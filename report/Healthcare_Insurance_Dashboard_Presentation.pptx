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91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7F154-8D59-4FB3-A737-DBCB431C8EB9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91E4B4-E9E3-40C0-9288-3673D23D85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58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Focus on the revenue impact. Every 1% improvement in denial rate = ~$43K recovery on our dataset. Healthcare organizations are struggling to identify why denials happen. Our data-driven approach makes it visible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that normalization eliminates redundancy and enables multi-level analysis. One hospital record vs. 100s of duplicates in flat file. Facilitates efficient JOIN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Query 6 is the bridge between SQL and Tableau. It pre-calculates all demographic segments so Tableau just needs to visualize. This is efficient design: computation in SQL, visualization in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visual centerpiece. The flow from KPIs → Trends → Analysis → Demographics → Details creates a narrative. The demographic heatmap is the 'aha!' moment where smoking status becomes visually obvious as a cost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4 insights are the story. Lead with smoking—it's the biggest surprise and most actionable. Each insight maps to a Tableau visualization. Use the demo to show these insights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confident about these numbers. They're grounded in your data. $800K-$1.2M is substantial enough to justify the project. Emphasize this is 12-month impact on a 1,591-claim dataset—scale matters for larger populations.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942996" y="4267833"/>
            <a:ext cx="3604497" cy="11715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5400" b="1">
                <a:solidFill>
                  <a:srgbClr val="FFFFFF"/>
                </a:solidFill>
              </a:defRPr>
            </a:pPr>
            <a:r>
              <a:rPr lang="en-US" sz="3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Healthcare Insurance Claim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43224" y="3428999"/>
            <a:ext cx="3604268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2800">
                <a:solidFill>
                  <a:srgbClr val="3498DB"/>
                </a:solidFill>
              </a:defRPr>
            </a:pPr>
            <a:r>
              <a:rPr lang="en-US" sz="17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&amp; Denial Patterns Dashboard</a:t>
            </a:r>
            <a:br>
              <a:rPr lang="en-US" sz="17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Executive MTech SQL &amp; Tableau Mini Project</a:t>
            </a:r>
          </a:p>
        </p:txBody>
      </p:sp>
      <p:pic>
        <p:nvPicPr>
          <p:cNvPr id="9" name="Graphic 8" descr="Stethoscope">
            <a:extLst>
              <a:ext uri="{FF2B5EF4-FFF2-40B4-BE49-F238E27FC236}">
                <a16:creationId xmlns:a16="http://schemas.microsoft.com/office/drawing/2014/main" id="{977BB540-842A-635F-BCBE-33E085D817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2394160" y="5669280"/>
            <a:ext cx="43556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1800" i="1">
                <a:solidFill>
                  <a:srgbClr val="ECF0F1"/>
                </a:solidFill>
              </a:defRPr>
            </a:pPr>
            <a:r>
              <a:rPr dirty="0">
                <a:solidFill>
                  <a:schemeClr val="accent1"/>
                </a:solidFill>
              </a:rPr>
              <a:t>"Turning Claims Data Into Revenue Strategy"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93310" y="6400800"/>
            <a:ext cx="35573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rPr lang="en-US" sz="1400" dirty="0">
                <a:solidFill>
                  <a:schemeClr val="accent1"/>
                </a:solidFill>
              </a:rPr>
              <a:t>Chandana KS and Laxmi | September 18,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🔴 Healthcare Claim Denials: 3-5% Annual Revenue Loss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Estimated impact: $128K-$215K annually on this dataset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2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📊 Our Challenge: 1,549 Claims | $20.4M Total Spend | 6 US Regions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Identify cost drivers and denial patterns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Enable data-driven interventions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200" dirty="0">
              <a:solidFill>
                <a:schemeClr val="tx2"/>
              </a:solidFill>
            </a:endParaRPr>
          </a:p>
          <a:p>
            <a:pPr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🎯 Project Objective: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Normalize data into relational schema (3NF)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 dirty="0">
                <a:solidFill>
                  <a:schemeClr val="tx2"/>
                </a:solidFill>
              </a:rPr>
              <a:t>Analyze with SQL (7 analytical queries + demographic segmentation)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Visualize </a:t>
            </a:r>
            <a:r>
              <a:rPr lang="en-US" sz="1200" dirty="0">
                <a:solidFill>
                  <a:schemeClr val="tx2"/>
                </a:solidFill>
              </a:rPr>
              <a:t>with Tableau (8 interactive worksheets)</a:t>
            </a:r>
          </a:p>
          <a:p>
            <a:pPr lvl="1"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Deliver </a:t>
            </a:r>
            <a:r>
              <a:rPr lang="en-US" sz="1200" dirty="0">
                <a:solidFill>
                  <a:schemeClr val="tx2"/>
                </a:solidFill>
              </a:rPr>
              <a:t>actionable insights + financial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Dataset &amp; Schema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📋 Data Source: Insurance Claims Dataset (1,549 records)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• Geographic: 6 US regions (NW, NE, SE, SW, Midwest, West)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• Demographic: Age 19-64, BMI 16-49, Smoking status, Income level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2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🗄️ 3NF Normalized Schema: 6 Tables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• Patients (Demographics) ← 1:N Claims (Facts)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• Hospitals (Dimension) ← 1:N Claims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• Providers (Dimension) ← N:M Claims via Claim_Details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• Diagnoses (Dimension) ← N:M Claims via Claim_Details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2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✅ Data Quality: No missing values in demographics | Outliers flagged via IQR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200">
                <a:solidFill>
                  <a:schemeClr val="tx2"/>
                </a:solidFill>
              </a:rPr>
              <a:t>✅ Referential Integrity: FOREIGN KEY constraints + CHECK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SQL Analytics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🔍 7 SQL Analytical Patterns: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1. Multi-table JOINs → Claims by patient, hospital, provider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2. GROUP BY aggregation → Hospital performance scorecards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3. Window functions (RANK, LAG/LEAD) → Cost rankings, trends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4. CTEs &amp; subqueries → Patient lifetime value, high-cost cohorts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5. Statistical functions → STDDEV, percentiles, Pareto analysis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1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⭐ Query 6: Demographic Risk Segmentation (THE HERO QUERY)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• Bucketing: Age (5 groups) × BMI (4 levels) × Smoker (Yes/No)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• Calculates: COUNT, AVG(cost), STDDEV, Denial Rate per cohort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• Reveals: Smoking = 5-10× cost multiplier (strongest driver)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100">
                <a:solidFill>
                  <a:schemeClr val="tx2"/>
                </a:solidFill>
              </a:rPr>
              <a:t>• Output: 40 demographic cells driving Tableau heatmap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Tableau Dashboard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📊 8 Interactive Worksheets → 1 Executive Dashboard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0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Row 1 (KPIs):      4 Summary Cards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Row 2 (Trends):    Monthly Spend Trend + Cost Concentration (Pareto)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Row 3 (Analysis):  Denial vs Cost Scatter + Regional Profile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Row 4 (HERO):      Patient Risk Segments Demographic Heatmap ⭐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Row 5 (Detail):    Geographic Heatmap + Claims Status Distribution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0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🎨 Interactive Features: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8 filter types (Region, Date, Status, Hospital, Smoker, Age, Cost Tier)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Cascading filters (Region → State)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Drill-down capability (Summary → Detail)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Color encoding (Light Yellow $2K → Dark Red $45K cost gradient)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Key Findings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🔴 INSIGHT #1: Smoking = 5-10× Cost Multiplier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• Non-smoker: $2K-$8K average | Smoker: $17K-$39K average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• Age 56+ Obese Smoker = $45K (Highest-risk segment)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• Denial rate correlation: Smokers 8-12% vs Non-smokers 2-5%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000" b="1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📊 INSIGHT #2: Cost Concentration (Pareto)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• Top 3 hospitals = 60% of total cost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Targeting high-utilization providers yields best ROI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0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🗺️ INSIGHT #3: Regional Variation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• Southeast = Highest cost ($3,200 avg) + highest denial rate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Midwest/West = Lower cost (newer enriched data)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10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 b="1">
                <a:solidFill>
                  <a:schemeClr val="tx2"/>
                </a:solidFill>
              </a:rPr>
              <a:t>⚠️ INSIGHT #4: Denial↔Cost Correlation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1000">
                <a:solidFill>
                  <a:schemeClr val="tx2"/>
                </a:solidFill>
              </a:rPr>
              <a:t>• High-cost providers have high denial rates → Documentation/eligibility issues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2" y="0"/>
            <a:ext cx="4235228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ectangle 1"/>
          <p:cNvSpPr/>
          <p:nvPr/>
        </p:nvSpPr>
        <p:spPr>
          <a:xfrm>
            <a:off x="603504" y="2053641"/>
            <a:ext cx="2751870" cy="276009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Recommendations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67930" y="801866"/>
            <a:ext cx="3979563" cy="52306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💡 RECOMMENDATION #1: Implement Risk-Based Smoking Premium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Add $800-$1,200 annual premium for smoker status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Impact: $400K-$600K annual revenue recovery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8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🏥 RECOMMENDATION #2: Launch Targeted Prevention Program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Focus: Age 46-55 smoker cohort (high volume + addressable risk)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Impact: $150K-$300K annual cost reduction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8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📋 RECOMMENDATION #3: Conduct Denial Review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Scope: High-risk cohorts (obese smokers, complex diagnoses)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Goal: Reduce denial 8-12% → 3-5% 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Impact: $200K-$300K prevented claim reversals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8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📈 RECOMMENDATION #4: Real-Time Dashboard Monitoring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• Weekly KPI reviews + alerts for denial rate &gt;5%</a:t>
            </a: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endParaRPr lang="en-US" sz="800">
              <a:solidFill>
                <a:schemeClr val="tx2"/>
              </a:solidFill>
            </a:endParaRPr>
          </a:p>
          <a:p>
            <a:pPr indent="-228600" defTabSz="91440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2C3E50"/>
                </a:solidFill>
              </a:defRPr>
            </a:pPr>
            <a:r>
              <a:rPr lang="en-US" sz="800">
                <a:solidFill>
                  <a:schemeClr val="tx2"/>
                </a:solidFill>
              </a:rPr>
              <a:t>💰 TOTAL ESTIMATED ANNUAL IMPACT: $750K - $1.2M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9A802C-AB0E-42F6-9F42-9D75CDB46640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ee432821-41d3-4015-8400-4ae6558dd28f}" enabled="1" method="Privileged" siteId="{8c7a02b0-b409-4a14-8332-6772575f453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1001</Words>
  <Application>Microsoft Office PowerPoint</Application>
  <PresentationFormat>On-screen Show (4:3)</PresentationFormat>
  <Paragraphs>97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Shesh kumar, Chandana</cp:lastModifiedBy>
  <cp:revision>3</cp:revision>
  <dcterms:created xsi:type="dcterms:W3CDTF">2013-01-27T09:14:16Z</dcterms:created>
  <dcterms:modified xsi:type="dcterms:W3CDTF">2026-09-18T09:10:38Z</dcterms:modified>
  <cp:category/>
</cp:coreProperties>
</file>