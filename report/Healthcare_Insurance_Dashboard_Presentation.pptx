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the revenue impact. Every 1% improvement in denial rate = ~$43K recovery on our dataset. Healthcare organizations are struggling to identify why denials happen. Our data-driven approach makes it visible and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normalization eliminates redundancy and enables multi-level analysis. One hospital record vs. 100s of duplicates in flat file. Facilitates efficient JOIN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Query 6 is the bridge between SQL and Tableau. It pre-calculates all demographic segments so Tableau just needs to visualize. This is efficient design: computation in SQL, visualization in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visual centerpiece. The flow from KPIs → Trends → Analysis → Demographics → Details creates a narrative. The demographic heatmap is the 'aha!' moment where smoking status becomes visually obvious as a cost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4 insights are the story. Lead with smoking—it's the biggest surprise and most actionable. Each insight maps to a Tableau visualization. Use the demo to show these insights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confident about these numbers. They're grounded in your data. $800K-$1.2M is substantial enough to justify the project. Emphasize this is 12-month impact on a 1,591-claim dataset—scale matters for larger populations.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Healthcare Insurance Claim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3498DB"/>
                </a:solidFill>
              </a:defRPr>
            </a:pPr>
            <a:r>
              <a:t>&amp; Denial Patterns Dashboard</a:t>
            </a:r>
            <a:br/>
            <a:r>
              <a:t>Executive MTech SQL &amp; Tableau Mini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ECF0F1"/>
                </a:solidFill>
              </a:defRPr>
            </a:pPr>
            <a:r>
              <a:t>"Turning Claims Data Into Revenue Strategy"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Team A | September 15,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The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🔴 Healthcare Claim Denials: 3-5% Annual Revenue Loss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Estimated impact: $128K-$215K annually on this dataset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📊 Our Challenge: 1,549 Claims | $20.4M Total Spend | 6 US Regions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Identify cost drivers and denial patterns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Enable data-driven interventions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🎯 Project Objective: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Normalize data into relational schema (3NF)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Analyze with SQL (7 analytical queries + demographic segmentation)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Visualize with Tableau (8 interactive worksheets)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Deliver actionable insights + financial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Dataset &amp; Schema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📋 Data Source: Insurance Claims Dataset (1,549 records)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Geographic: 6 US regions (NW, NE, SE, SW, Midwest, West)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Demographic: Age 19-64, BMI 16-49, Smoking status, Income level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🗄️ 3NF Normalized Schema: 6 Tables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Patients (Demographics) ← 1:N Claims (Facts)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Hospitals (Dimension) ← 1:N Claims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Providers (Dimension) ← N:M Claims via Claim_Details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Diagnoses (Dimension) ← N:M Claims via Claim_Details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✅ Data Quality: No missing values in demographics | Outliers flagged via IQR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✅ Referential Integrity: FOREIGN KEY constraints + CHECK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SQL Analytics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🔍 7 SQL Analytical Patterns: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1. Multi-table JOINs → Claims by patient, hospital, provider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2. GROUP BY aggregation → Hospital performance scorecards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3. Window functions (RANK, LAG/LEAD) → Cost rankings, trends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4. CTEs &amp; subqueries → Patient lifetime value, high-cost cohorts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5. Statistical functions → STDDEV, percentiles, Pareto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⭐ Query 6: Demographic Risk Segmentation (THE HERO QUERY)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Bucketing: Age (5 groups) × BMI (4 levels) × Smoker (Yes/No)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Calculates: COUNT, AVG(cost), STDDEV, Denial Rate per cohort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Reveals: Smoking = 5-10× cost multiplier (strongest driver)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Output: 40 demographic cells driving Tableau heatmap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Tableau Dashboard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📊 8 Interactive Worksheets → 1 Executive Dashboard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Row 1 (KPIs):      4 Summary Cards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Row 2 (Trends):    Monthly Spend Trend + Cost Concentration (Pareto)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Row 3 (Analysis):  Denial vs Cost Scatter + Regional Profile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Row 4 (HERO):      Patient Risk Segments Demographic Heatmap 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Row 5 (Detail):    Geographic Heatmap + Claims Status Distribution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🎨 Interactive Features: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• 8 filter types (Region, Date, Status, Hospital, Smoker, Age, Cost Tier)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• Cascading filters (Region → State)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• Drill-down capability (Summary → Detail)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sz="1200"/>
              <a:t>• Color encoding (Light Yellow $2K → Dark Red $45K cost gradient)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Key Findings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🔴 INSIGHT #1: Smoking = 5-10× Cost Multiplier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• Non-smoker: $2K-$8K average | Smoker: $17K-$39K average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• Age 56+ Obese Smoker = $45K (Highest-risk segment)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• Denial rate correlation: Smokers 8-12% vs Non-smokers 2-5%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📊 INSIGHT #2: Cost Concentration (Pareto)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• Top 3 hospitals = 60% of total cost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Targeting high-utilization providers yields best ROI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🗺️ INSIGHT #3: Regional Variation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• Southeast = Highest cost ($3,200 avg) + highest denial rate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Midwest/West = Lower cost (newer enriched data)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b="1">
                <a:solidFill>
                  <a:srgbClr val="C00000"/>
                </a:solidFill>
              </a:rPr>
              <a:t>⚠️ INSIGHT #4: Denial↔Cost Correlation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High-cost providers have high denial rates → Documentation/eligibility issues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Recommendations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💡 RECOMMENDATION #1: Implement Risk-Based Smoking Premium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Add $800-$1,200 annual premium for smoker status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Impact: $400K-$600K annual revenue recovery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🏥 RECOMMENDATION #2: Launch Targeted Prevention Program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Focus: Age 46-55 smoker cohort (high volume + addressable risk)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Impact: $150K-$300K annual cost reduction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📋 RECOMMENDATION #3: Conduct Denial 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Scope: High-risk cohorts (obese smokers, complex diagnoses)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Goal: Reduce denial 8-12% → 3-5% 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Impact: $200K-$300K prevented claim reversals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📈 RECOMMENDATION #4: Real-Time Dashboard Monitoring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Weekly KPI reviews + alerts for denial rate &gt;5%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💰 TOTAL ESTIMATED ANNUAL IMPACT: $750K - $1.2M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